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40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085BC-E425-F8C2-796E-A1B42461C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E1C277-F43F-D359-3482-803262538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F1B52-5C6B-D8B0-0D21-98F943898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2570-3FF6-44B3-BDAE-F4531A678F93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F7B97-D127-C540-63CC-BA2820A2E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28BFD-4C12-83A5-572A-79D76F59E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8A92D-A2B9-4058-8A09-E741ABE2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432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D7D6F-911C-5AF9-E806-EAF60197E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46870-2A9E-A11F-5895-DFB3DDE96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35D7F-012A-5C87-D68B-3B06067C3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2570-3FF6-44B3-BDAE-F4531A678F93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34A72-AF51-D160-EAF2-B559389DF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2CB91-A2F0-A92B-42A7-074E81384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8A92D-A2B9-4058-8A09-E741ABE2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990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A2B46-162E-97B8-C770-71C5C24C0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C4D13-EC45-8F43-B662-8B2C4556E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83737-1DD7-070D-5501-C9ED7F52F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2570-3FF6-44B3-BDAE-F4531A678F93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9592E-9752-475E-F4CD-042D5259F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3E151-670D-EB07-E481-9EA03E8F0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8A92D-A2B9-4058-8A09-E741ABE2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6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25BA8-A53A-C9F2-FBC0-F0CAA4683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9AA67-0F3B-F1B9-E07A-02160470AC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AF669-076F-B53A-A8C9-AB166F8D6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905F5-A8CB-5D63-6935-0AEDC312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2570-3FF6-44B3-BDAE-F4531A678F93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629EE-C8D5-666F-35A0-AD598C69A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130FE-C2DE-9A6F-0E05-73C5F241B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8A92D-A2B9-4058-8A09-E741ABE2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42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34BF3-E0E6-1551-D709-D7824F3E2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02F50-D124-9A66-5180-8F5A09CA2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C4215-7EF2-B587-3179-C954A1B56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18CD5B-9EC5-3978-D2F8-20F794261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1BCB57-0CFD-0730-D4FA-9BD6F7DB20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394639-2D80-E8C5-7799-7A19CC2B8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2570-3FF6-44B3-BDAE-F4531A678F93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5758F1-C9AE-3995-C072-43A2DF9E0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F8AB58-F262-AF84-4620-7FF34DD0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8A92D-A2B9-4058-8A09-E741ABE2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58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8C809-EFBC-D8BC-DA3C-A98B743F5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DB9181-9D22-0B89-989C-115D085D2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2570-3FF6-44B3-BDAE-F4531A678F93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3FDDF6-CE63-FF41-4F91-0F8CF808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78931E-F254-8B0C-C354-E929E4636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8A92D-A2B9-4058-8A09-E741ABE2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868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5DD17-E26E-B253-981E-787899AC5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2570-3FF6-44B3-BDAE-F4531A678F93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CB452D-91B0-63CD-1E41-2A50CEF99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4BE77-DEF7-1F16-6010-679E02885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8A92D-A2B9-4058-8A09-E741ABE2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510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17492-A1C9-89D8-C1EC-43925CC7B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91E96-BA18-5667-B3ED-92CF387D6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FA344-3E02-185A-6ED0-C906E89AF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763B8-4611-0745-C4AE-1468D798C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2570-3FF6-44B3-BDAE-F4531A678F93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4AC15-A9ED-1C86-CC28-F4654C722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D6E8F-FC2D-CE38-1553-D8F12259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8A92D-A2B9-4058-8A09-E741ABE2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96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62823-0BB5-647C-5BDA-ED9A9CC6D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0BC623-94EA-1C1B-3864-5489F17BB1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D497D6-461F-ACE8-CC5B-D4F0D87D6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FD61C-4D37-5783-8133-96A0B92CD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2570-3FF6-44B3-BDAE-F4531A678F93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A6CEB-41E1-23CD-C34D-888BA3B21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909FC-53B7-57FE-F149-843C2AD5B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8A92D-A2B9-4058-8A09-E741ABE2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05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81EB1-6674-D3C4-9A43-068EEC7FC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2BDDF0-5830-DAB8-EF24-DBCC2971F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06F2C-141D-7E09-F9DC-2D97A4632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2570-3FF6-44B3-BDAE-F4531A678F93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351C2-A601-F139-AE2D-C04CDBDEC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E7B00-F4CC-6DCC-F7E7-D451D1E41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8A92D-A2B9-4058-8A09-E741ABE2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61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25752F-240E-D27E-9B5B-FC6511273C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EF54A7-B165-55E9-CDB7-90D9D6D4A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59097-29F6-2A5D-8B5C-D5F009669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2570-3FF6-44B3-BDAE-F4531A678F93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44BCB-A79D-F953-F1C9-CF6414BCF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E9D0A-05D3-256F-5D83-4A136ABC2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8A92D-A2B9-4058-8A09-E741ABE2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752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20A08-3E52-4F40-FC79-C63980013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E9C8C-874C-91BD-E423-14BB7FD2B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E44A7-1A91-9F39-DFBF-535AA573E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22570-3FF6-44B3-BDAE-F4531A678F93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231A6-7669-36AF-A76F-18EDF0F152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93008-FA56-40D7-30F2-A44093CFC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8A92D-A2B9-4058-8A09-E741ABE28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2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om.so/kI0Qog" TargetMode="External"/><Relationship Id="rId2" Type="http://schemas.openxmlformats.org/officeDocument/2006/relationships/hyperlink" Target="https://bom.so/hmtZxu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0E6FA1B-089F-92E8-04DD-CF19C23E6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99319CEA-4C28-6101-8A95-D613D27BD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0582" y="4432758"/>
            <a:ext cx="9144000" cy="2198857"/>
          </a:xfrm>
        </p:spPr>
        <p:txBody>
          <a:bodyPr>
            <a:normAutofit/>
          </a:bodyPr>
          <a:lstStyle/>
          <a:p>
            <a:pPr lvl="0" algn="l">
              <a:lnSpc>
                <a:spcPct val="150000"/>
              </a:lnSpc>
              <a:spcBef>
                <a:spcPts val="0"/>
              </a:spcBef>
              <a:buSzPts val="1000"/>
              <a:tabLst>
                <a:tab pos="457200" algn="l"/>
              </a:tabLst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GVHD: TS.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Nhứt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Lam</a:t>
            </a:r>
          </a:p>
          <a:p>
            <a:pPr lvl="0" algn="l">
              <a:lnSpc>
                <a:spcPct val="150000"/>
              </a:lnSpc>
              <a:spcBef>
                <a:spcPts val="0"/>
              </a:spcBef>
              <a:buSzPts val="1000"/>
              <a:tabLst>
                <a:tab pos="457200" algn="l"/>
              </a:tabLst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SVTH: Phan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Thùy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Loan</a:t>
            </a:r>
          </a:p>
          <a:p>
            <a:pPr lvl="0" algn="l">
              <a:lnSpc>
                <a:spcPct val="150000"/>
              </a:lnSpc>
              <a:spcBef>
                <a:spcPts val="0"/>
              </a:spcBef>
              <a:buSzPts val="1000"/>
              <a:tabLst>
                <a:tab pos="457200" algn="l"/>
              </a:tabLst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MSSV: 170123027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l">
              <a:lnSpc>
                <a:spcPct val="150000"/>
              </a:lnSpc>
              <a:spcBef>
                <a:spcPts val="0"/>
              </a:spcBef>
              <a:buSzPts val="1000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DX23TT9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0AC20AB-053E-C6C7-4889-CF37736A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0622"/>
            <a:ext cx="9144000" cy="670926"/>
          </a:xfrm>
        </p:spPr>
        <p:txBody>
          <a:bodyPr>
            <a:normAutofit/>
          </a:bodyPr>
          <a:lstStyle/>
          <a:p>
            <a:r>
              <a:rPr lang="en-US" sz="24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CHUYÊN ĐỀ ASP.NET</a:t>
            </a:r>
            <a:endParaRPr lang="en-US" sz="2400" dirty="0">
              <a:solidFill>
                <a:srgbClr val="5C403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9BE8A0-6428-0754-1C61-AABD71A1D533}"/>
              </a:ext>
            </a:extLst>
          </p:cNvPr>
          <p:cNvSpPr txBox="1"/>
          <p:nvPr/>
        </p:nvSpPr>
        <p:spPr>
          <a:xfrm>
            <a:off x="1590582" y="2203296"/>
            <a:ext cx="9010835" cy="1433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600" b="1" kern="180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BÁN TRÀ SỮA</a:t>
            </a:r>
            <a:endParaRPr lang="en-US" sz="66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D23B23-06A4-2B1C-3BB5-F04305069070}"/>
              </a:ext>
            </a:extLst>
          </p:cNvPr>
          <p:cNvSpPr txBox="1"/>
          <p:nvPr/>
        </p:nvSpPr>
        <p:spPr>
          <a:xfrm>
            <a:off x="1524000" y="1841712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180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XÂY DỰNG WEBSITE</a:t>
            </a:r>
          </a:p>
          <a:p>
            <a:endParaRPr lang="en-US" sz="28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7087B12-5B01-1450-79EA-F95C6AB23FF1}"/>
              </a:ext>
            </a:extLst>
          </p:cNvPr>
          <p:cNvCxnSpPr/>
          <p:nvPr/>
        </p:nvCxnSpPr>
        <p:spPr>
          <a:xfrm>
            <a:off x="1118586" y="4332302"/>
            <a:ext cx="1012942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3977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C4F34-9949-0795-9686-1E835A510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180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LÝ DO CHỌN ĐỀ TÀI</a:t>
            </a:r>
            <a:endParaRPr lang="en-US" sz="3600" dirty="0">
              <a:solidFill>
                <a:srgbClr val="5C403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F755E-591E-16F0-9FC7-C2A86EE28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5" y="1825625"/>
            <a:ext cx="10448925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Nhu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uống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càng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tabLst>
                <a:tab pos="457200" algn="l"/>
              </a:tabLst>
            </a:pP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thủ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tabLst>
                <a:tab pos="457200" algn="l"/>
              </a:tabLst>
            </a:pP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soát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Ý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769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CD146-CB9F-224F-CB80-2C37C86D1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180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MỤC TIÊU HỆ THỐNG</a:t>
            </a:r>
            <a:endParaRPr lang="en-US" sz="3600" dirty="0">
              <a:solidFill>
                <a:srgbClr val="5C403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60C1E-A748-1921-4DC0-F3197044E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trà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sữa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chóng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kê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391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E1D5B-69AA-B085-AE14-240FE2230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365125"/>
            <a:ext cx="9963150" cy="1325563"/>
          </a:xfrm>
        </p:spPr>
        <p:txBody>
          <a:bodyPr>
            <a:normAutofit/>
          </a:bodyPr>
          <a:lstStyle/>
          <a:p>
            <a:r>
              <a:rPr lang="en-US" sz="3600" b="1" kern="180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CÔNG NGHỆ SỬ DỤNG</a:t>
            </a:r>
            <a:endParaRPr lang="en-US" sz="3600" dirty="0">
              <a:solidFill>
                <a:srgbClr val="5C403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5BD2A-7FB6-DC4B-C737-A3A410273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0" y="1825625"/>
            <a:ext cx="9734550" cy="4351338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ASP.NET Web Forms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C#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 Server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HTML, CSS, JavaScript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Bootstrap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Visual Studio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 Server Management Studio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468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F6E01-08C0-29C2-5F99-5E3B7B2ED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KIẾN TRÚC HỆ THỐNG</a:t>
            </a:r>
            <a:endParaRPr lang="en-US" sz="3600" dirty="0">
              <a:solidFill>
                <a:srgbClr val="5C403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0E13E-3970-244C-53DE-C3ACBC160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1738704"/>
            <a:ext cx="4695825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Vai </a:t>
            </a:r>
            <a:r>
              <a:rPr lang="en-US" sz="18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endParaRPr lang="en-US" sz="18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SQL Server. 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18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endParaRPr lang="en-US" sz="18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trì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Dễ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mở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rộng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r>
              <a:rPr lang="en-US" sz="1800" kern="0" dirty="0">
                <a:latin typeface="Times New Roman" panose="02020603050405020304" pitchFamily="18" charset="0"/>
              </a:rPr>
              <a:t>  </a:t>
            </a:r>
            <a:r>
              <a:rPr lang="en-US" sz="1800" kern="0" dirty="0" err="1">
                <a:latin typeface="Times New Roman" panose="02020603050405020304" pitchFamily="18" charset="0"/>
              </a:rPr>
              <a:t>Quản</a:t>
            </a:r>
            <a:r>
              <a:rPr lang="en-US" sz="1800" kern="0" dirty="0">
                <a:latin typeface="Times New Roman" panose="02020603050405020304" pitchFamily="18" charset="0"/>
              </a:rPr>
              <a:t> </a:t>
            </a:r>
            <a:r>
              <a:rPr lang="en-US" sz="1800" kern="0" dirty="0" err="1">
                <a:latin typeface="Times New Roman" panose="02020603050405020304" pitchFamily="18" charset="0"/>
              </a:rPr>
              <a:t>lý</a:t>
            </a:r>
            <a:r>
              <a:rPr lang="en-US" sz="1800" kern="0" dirty="0">
                <a:latin typeface="Times New Roman" panose="02020603050405020304" pitchFamily="18" charset="0"/>
              </a:rPr>
              <a:t> </a:t>
            </a:r>
            <a:r>
              <a:rPr lang="en-US" sz="1800" kern="0" dirty="0" err="1">
                <a:latin typeface="Times New Roman" panose="02020603050405020304" pitchFamily="18" charset="0"/>
              </a:rPr>
              <a:t>mã</a:t>
            </a:r>
            <a:r>
              <a:rPr lang="en-US" sz="1800" kern="0" dirty="0">
                <a:latin typeface="Times New Roman" panose="02020603050405020304" pitchFamily="18" charset="0"/>
              </a:rPr>
              <a:t> </a:t>
            </a:r>
            <a:r>
              <a:rPr lang="en-US" sz="1800" kern="0" dirty="0" err="1">
                <a:latin typeface="Times New Roman" panose="02020603050405020304" pitchFamily="18" charset="0"/>
              </a:rPr>
              <a:t>nguồn</a:t>
            </a:r>
            <a:r>
              <a:rPr lang="en-US" sz="1800" kern="0" dirty="0">
                <a:latin typeface="Times New Roman" panose="02020603050405020304" pitchFamily="18" charset="0"/>
              </a:rPr>
              <a:t> </a:t>
            </a:r>
            <a:r>
              <a:rPr lang="en-US" sz="1800" kern="0" dirty="0" err="1">
                <a:latin typeface="Times New Roman" panose="02020603050405020304" pitchFamily="18" charset="0"/>
              </a:rPr>
              <a:t>tốt</a:t>
            </a:r>
            <a:r>
              <a:rPr lang="en-US" sz="1800" kern="0" dirty="0">
                <a:latin typeface="Times New Roman" panose="02020603050405020304" pitchFamily="18" charset="0"/>
              </a:rPr>
              <a:t> </a:t>
            </a:r>
            <a:r>
              <a:rPr lang="en-US" sz="1800" kern="0" dirty="0" err="1">
                <a:latin typeface="Times New Roman" panose="02020603050405020304" pitchFamily="18" charset="0"/>
              </a:rPr>
              <a:t>hơn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8F1CBD-EB68-175E-8218-C88EFC21D871}"/>
              </a:ext>
            </a:extLst>
          </p:cNvPr>
          <p:cNvSpPr txBox="1"/>
          <p:nvPr/>
        </p:nvSpPr>
        <p:spPr>
          <a:xfrm>
            <a:off x="838199" y="1690688"/>
            <a:ext cx="4695825" cy="444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8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8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18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18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18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endParaRPr lang="en-US" sz="18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endParaRPr lang="en-US" sz="18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8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8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(Business Logic)</a:t>
            </a:r>
          </a:p>
          <a:p>
            <a:pPr algn="ctr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8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8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8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(Data Access)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 Server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A31C49C-9935-340D-531A-5F2069219D32}"/>
              </a:ext>
            </a:extLst>
          </p:cNvPr>
          <p:cNvCxnSpPr/>
          <p:nvPr/>
        </p:nvCxnSpPr>
        <p:spPr>
          <a:xfrm>
            <a:off x="3105150" y="2771775"/>
            <a:ext cx="0" cy="244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DAB25F6-66EA-8103-DD4A-1F3DF217B7E8}"/>
              </a:ext>
            </a:extLst>
          </p:cNvPr>
          <p:cNvCxnSpPr/>
          <p:nvPr/>
        </p:nvCxnSpPr>
        <p:spPr>
          <a:xfrm>
            <a:off x="3095625" y="3552825"/>
            <a:ext cx="0" cy="244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24C70C3-7F29-C6AA-0029-C2B13A1F8E91}"/>
              </a:ext>
            </a:extLst>
          </p:cNvPr>
          <p:cNvCxnSpPr/>
          <p:nvPr/>
        </p:nvCxnSpPr>
        <p:spPr>
          <a:xfrm>
            <a:off x="3105150" y="4581525"/>
            <a:ext cx="0" cy="244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17DA4D4-ED96-D960-15DA-C8ED656C2410}"/>
              </a:ext>
            </a:extLst>
          </p:cNvPr>
          <p:cNvCxnSpPr/>
          <p:nvPr/>
        </p:nvCxnSpPr>
        <p:spPr>
          <a:xfrm>
            <a:off x="3114675" y="5467350"/>
            <a:ext cx="0" cy="244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A3630E-DCF8-BA22-6785-55D803DA7568}"/>
              </a:ext>
            </a:extLst>
          </p:cNvPr>
          <p:cNvCxnSpPr/>
          <p:nvPr/>
        </p:nvCxnSpPr>
        <p:spPr>
          <a:xfrm>
            <a:off x="5895975" y="1828800"/>
            <a:ext cx="0" cy="426124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2214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C63DB-433B-4FC7-0B36-F3BBA96EF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324" y="365125"/>
            <a:ext cx="9896475" cy="1325563"/>
          </a:xfrm>
        </p:spPr>
        <p:txBody>
          <a:bodyPr>
            <a:normAutofit/>
          </a:bodyPr>
          <a:lstStyle/>
          <a:p>
            <a:r>
              <a:rPr lang="en-US" sz="3600" b="1" kern="180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CƠ SỞ DỮ LIỆU</a:t>
            </a:r>
            <a:endParaRPr lang="en-US" sz="3600" dirty="0">
              <a:solidFill>
                <a:srgbClr val="5C403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5CA8C-24C2-B198-3BED-ACACA7FE1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4050" y="1825625"/>
            <a:ext cx="9429750" cy="4351338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Người dùng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Danh mục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Sản phẩm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Toppings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Topping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Đơn hàng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OrderDetails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Chi tiết đơn hàng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OrderDetailToppings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Topping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của từng sản phẩm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Kho vật tư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InventoryLogs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Lịch sử nhập kho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News: Tin tức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Liên hệ khách hàng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059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7DAAF-1693-010D-97ED-DE6B574C7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180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CHỨC NĂNG DÀNH CHO KHÁCH HÀNG</a:t>
            </a:r>
            <a:endParaRPr lang="en-US" sz="3600" dirty="0">
              <a:solidFill>
                <a:srgbClr val="5C403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ED8D0-A209-8F1B-AA28-62FA95191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867899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cỡ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topping 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giỏ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Thanh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37116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23763-1AFE-2CDA-42E5-C2F6BDB28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180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CHỨC NĂNG DÀNH CHO QUẢN TRỊ VIÊN</a:t>
            </a:r>
            <a:endParaRPr lang="en-US" sz="3600" dirty="0">
              <a:solidFill>
                <a:srgbClr val="5C403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392A3-B80A-6003-B3DC-A3F35D6F1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19575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Danh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Topping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Liên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770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5A2E4-1772-C5F6-4289-24036FFAB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180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CHỨC NĂNG DÀNH CHO QUẢN TRỊ VIÊN (</a:t>
            </a:r>
            <a:r>
              <a:rPr lang="en-US" sz="3600" b="1" kern="180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tt</a:t>
            </a:r>
            <a:r>
              <a:rPr lang="en-US" sz="3600" b="1" kern="180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3600" b="1" dirty="0">
              <a:solidFill>
                <a:srgbClr val="5C403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46756-ACC9-85A0-02A9-A2BE5E956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4" y="1825625"/>
            <a:ext cx="10448925" cy="4351338"/>
          </a:xfrm>
        </p:spPr>
        <p:txBody>
          <a:bodyPr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None/>
              <a:tabLst>
                <a:tab pos="457200" algn="l"/>
              </a:tabLst>
            </a:pPr>
            <a:r>
              <a:rPr lang="en-US" sz="2000" b="1" dirty="0">
                <a:solidFill>
                  <a:srgbClr val="5C4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000" b="1" dirty="0" err="1">
                <a:solidFill>
                  <a:srgbClr val="5C4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000" b="1" dirty="0">
                <a:solidFill>
                  <a:srgbClr val="5C4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5C4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000" b="1" dirty="0">
                <a:solidFill>
                  <a:srgbClr val="5C4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5C4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b="1" dirty="0">
                <a:solidFill>
                  <a:srgbClr val="5C4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5C4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endParaRPr lang="en-US" sz="2000" b="1" kern="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Hoàn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Tự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động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cập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nhật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kho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vật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tư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US" sz="2000" dirty="0">
              <a:solidFill>
                <a:srgbClr val="5C403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005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DDC60-5BA7-FD12-15B9-7865B1854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180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CHỨC NĂNG DÀNH CHO QUẢN TRỊ VIÊN (</a:t>
            </a:r>
            <a:r>
              <a:rPr lang="en-US" sz="3600" b="1" kern="180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tt</a:t>
            </a:r>
            <a:r>
              <a:rPr lang="en-US" sz="3600" b="1" kern="180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24D279-812E-368B-95B3-6A2E9F8532CE}"/>
              </a:ext>
            </a:extLst>
          </p:cNvPr>
          <p:cNvSpPr txBox="1"/>
          <p:nvPr/>
        </p:nvSpPr>
        <p:spPr>
          <a:xfrm>
            <a:off x="7229478" y="2191257"/>
            <a:ext cx="3771898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D72657-6512-41EE-4A1D-BFD53011E0B1}"/>
              </a:ext>
            </a:extLst>
          </p:cNvPr>
          <p:cNvSpPr txBox="1"/>
          <p:nvPr/>
        </p:nvSpPr>
        <p:spPr>
          <a:xfrm>
            <a:off x="1295402" y="2191257"/>
            <a:ext cx="4219573" cy="337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Kho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Theo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dõi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4D2825-BA41-256C-F23E-2E2A6DB7563F}"/>
              </a:ext>
            </a:extLst>
          </p:cNvPr>
          <p:cNvCxnSpPr/>
          <p:nvPr/>
        </p:nvCxnSpPr>
        <p:spPr>
          <a:xfrm>
            <a:off x="5848350" y="2371725"/>
            <a:ext cx="0" cy="306705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139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BC86B-A9C7-3481-99E8-3E7BDAB41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458074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kern="180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QUY TRÌNH ĐẶT HÀNG</a:t>
            </a:r>
            <a:endParaRPr lang="en-US" sz="3600" dirty="0">
              <a:solidFill>
                <a:srgbClr val="5C403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D548B-6F92-69FB-E8FC-5F599DD19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100" y="1631950"/>
            <a:ext cx="9410699" cy="48609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endParaRPr lang="en-US" sz="2000" kern="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en-US" sz="2000" kern="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cỡ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topping</a:t>
            </a:r>
          </a:p>
          <a:p>
            <a:pPr marL="0" indent="0">
              <a:buNone/>
            </a:pP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giỏ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hang</a:t>
            </a:r>
          </a:p>
          <a:p>
            <a:pPr marL="0" indent="0">
              <a:buNone/>
            </a:pP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Thanh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endParaRPr lang="en-US" sz="2000" kern="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hang</a:t>
            </a:r>
          </a:p>
          <a:p>
            <a:pPr marL="0" indent="0">
              <a:buNone/>
            </a:pP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0A452DD-2FEF-FAD8-BC30-EF31E0196213}"/>
              </a:ext>
            </a:extLst>
          </p:cNvPr>
          <p:cNvCxnSpPr/>
          <p:nvPr/>
        </p:nvCxnSpPr>
        <p:spPr>
          <a:xfrm>
            <a:off x="2962275" y="2019300"/>
            <a:ext cx="0" cy="276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9D600F-4135-8747-C016-4F742507E7B8}"/>
              </a:ext>
            </a:extLst>
          </p:cNvPr>
          <p:cNvCxnSpPr/>
          <p:nvPr/>
        </p:nvCxnSpPr>
        <p:spPr>
          <a:xfrm>
            <a:off x="2962275" y="2695575"/>
            <a:ext cx="0" cy="276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925DE74-E940-CED1-85D3-8F6B11C42404}"/>
              </a:ext>
            </a:extLst>
          </p:cNvPr>
          <p:cNvCxnSpPr/>
          <p:nvPr/>
        </p:nvCxnSpPr>
        <p:spPr>
          <a:xfrm>
            <a:off x="2962275" y="3429000"/>
            <a:ext cx="0" cy="276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BA360C-A142-D1BE-B7AE-477DADA8218D}"/>
              </a:ext>
            </a:extLst>
          </p:cNvPr>
          <p:cNvCxnSpPr/>
          <p:nvPr/>
        </p:nvCxnSpPr>
        <p:spPr>
          <a:xfrm>
            <a:off x="2962275" y="4143375"/>
            <a:ext cx="0" cy="276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12CC41D-A37E-F296-22E9-332FA50626EF}"/>
              </a:ext>
            </a:extLst>
          </p:cNvPr>
          <p:cNvCxnSpPr/>
          <p:nvPr/>
        </p:nvCxnSpPr>
        <p:spPr>
          <a:xfrm>
            <a:off x="2962275" y="4867275"/>
            <a:ext cx="0" cy="276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D642BC-24C9-B2D4-68FB-B6BB9CB39445}"/>
              </a:ext>
            </a:extLst>
          </p:cNvPr>
          <p:cNvCxnSpPr/>
          <p:nvPr/>
        </p:nvCxnSpPr>
        <p:spPr>
          <a:xfrm>
            <a:off x="2962275" y="5591175"/>
            <a:ext cx="0" cy="276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007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79D78-C0C9-3E93-3297-2A44EC88F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180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 TRÌNH XỬ LÝ ĐƠN HÀNG</a:t>
            </a:r>
            <a:endParaRPr lang="en-US" sz="3600" dirty="0">
              <a:solidFill>
                <a:srgbClr val="5C403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48062-0D4E-78E0-40A9-E4E132FBF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698625"/>
            <a:ext cx="10515600" cy="4794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kern="0" dirty="0">
                <a:solidFill>
                  <a:srgbClr val="5C403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endParaRPr lang="en-US" sz="2000" kern="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endParaRPr lang="en-US" sz="2000" kern="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Hoàn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000" kern="0" dirty="0" err="1">
                <a:solidFill>
                  <a:srgbClr val="5C403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àng</a:t>
            </a:r>
            <a:endParaRPr lang="en-US" sz="2000" kern="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endParaRPr lang="en-US" sz="2000" kern="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Dashboard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E2C5F9B-A00D-9AA2-412A-E9E03B058042}"/>
              </a:ext>
            </a:extLst>
          </p:cNvPr>
          <p:cNvCxnSpPr/>
          <p:nvPr/>
        </p:nvCxnSpPr>
        <p:spPr>
          <a:xfrm>
            <a:off x="1943100" y="2238375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1FAD4BA-AE12-FC32-2F4C-A0FA1B222057}"/>
              </a:ext>
            </a:extLst>
          </p:cNvPr>
          <p:cNvCxnSpPr/>
          <p:nvPr/>
        </p:nvCxnSpPr>
        <p:spPr>
          <a:xfrm>
            <a:off x="1933575" y="32766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C88713-837C-4585-DC4C-D2F48263CDB5}"/>
              </a:ext>
            </a:extLst>
          </p:cNvPr>
          <p:cNvCxnSpPr/>
          <p:nvPr/>
        </p:nvCxnSpPr>
        <p:spPr>
          <a:xfrm>
            <a:off x="1933575" y="4200525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89D47CE-D7A1-BFF2-CE5D-1CD73470818E}"/>
              </a:ext>
            </a:extLst>
          </p:cNvPr>
          <p:cNvCxnSpPr/>
          <p:nvPr/>
        </p:nvCxnSpPr>
        <p:spPr>
          <a:xfrm>
            <a:off x="1924050" y="5248275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556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11CCA-47DF-7D4B-1C3A-956B43855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180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KẾT QUẢ ĐẠT ĐƯỢC</a:t>
            </a:r>
            <a:endParaRPr lang="en-US" sz="3600" dirty="0">
              <a:solidFill>
                <a:srgbClr val="5C403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32C9A-41FF-B896-F5D2-34694603C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Hoàn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trà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sữa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11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Hoàn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Hoàn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985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B0FB7-33CA-AF19-C110-DF56FDFB3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180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ĐÁNH GIÁ HỆ THỐNG</a:t>
            </a:r>
            <a:endParaRPr lang="en-US" sz="3600" dirty="0">
              <a:solidFill>
                <a:srgbClr val="5C403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FA843-10D7-54E1-EF98-2A6DC58A3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19525" cy="4032250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2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32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endParaRPr lang="en-US" sz="32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32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32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trì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32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32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vẹn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>
              <a:solidFill>
                <a:srgbClr val="5C403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2FB619-20CF-9352-50FE-5A701F6C1ABC}"/>
              </a:ext>
            </a:extLst>
          </p:cNvPr>
          <p:cNvSpPr txBox="1"/>
          <p:nvPr/>
        </p:nvSpPr>
        <p:spPr>
          <a:xfrm>
            <a:off x="6486525" y="1743923"/>
            <a:ext cx="5438775" cy="337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None/>
              <a:tabLst>
                <a:tab pos="457200" algn="l"/>
              </a:tabLst>
            </a:pP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email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1CA6FB-0BAC-E031-920B-68CD961049FA}"/>
              </a:ext>
            </a:extLst>
          </p:cNvPr>
          <p:cNvCxnSpPr/>
          <p:nvPr/>
        </p:nvCxnSpPr>
        <p:spPr>
          <a:xfrm>
            <a:off x="5867400" y="2133600"/>
            <a:ext cx="0" cy="2980476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326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517F3-5AAE-CBB5-5176-695A0FDCC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180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HƯỚNG PHÁT TRIỂN</a:t>
            </a:r>
            <a:endParaRPr lang="en-US" sz="3600" dirty="0">
              <a:solidFill>
                <a:srgbClr val="5C403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D9B07-3FA1-98AD-1AB2-B77D087EE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78025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VNPay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MoMo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email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Theo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dõi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0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Android/iOS.</a:t>
            </a:r>
            <a:endParaRPr lang="en-US" sz="2000" kern="100" dirty="0">
              <a:solidFill>
                <a:srgbClr val="5C4034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790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767E9-5627-B5A1-82FD-74071D4CF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180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KẾT LUẬN</a:t>
            </a:r>
            <a:endParaRPr lang="en-US" sz="3600" dirty="0">
              <a:solidFill>
                <a:srgbClr val="5C403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B10EA-079E-6824-19AC-D9527DE04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Hoàn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ra.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trà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sữa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Demo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0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kern="0" dirty="0">
                <a:solidFill>
                  <a:srgbClr val="5C4034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Link </a:t>
            </a:r>
            <a:r>
              <a:rPr lang="en-US" sz="1600" kern="0" dirty="0" err="1">
                <a:solidFill>
                  <a:srgbClr val="5C4034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SourceCode</a:t>
            </a:r>
            <a:r>
              <a:rPr lang="en-US" sz="1600" kern="0" dirty="0">
                <a:solidFill>
                  <a:srgbClr val="5C4034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 video </a:t>
            </a:r>
            <a:r>
              <a:rPr lang="en-US" sz="1600" kern="0" dirty="0" err="1">
                <a:solidFill>
                  <a:srgbClr val="5C4034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thuyết</a:t>
            </a:r>
            <a:r>
              <a:rPr lang="en-US" sz="1600" kern="0" dirty="0">
                <a:solidFill>
                  <a:srgbClr val="5C4034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0" dirty="0" err="1">
                <a:solidFill>
                  <a:srgbClr val="5C4034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sz="1600" kern="0" dirty="0">
                <a:solidFill>
                  <a:srgbClr val="5C4034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 demo</a:t>
            </a:r>
            <a:r>
              <a:rPr lang="en-US" sz="1600" kern="0">
                <a:solidFill>
                  <a:srgbClr val="5C4034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u="sng" kern="10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https://bom.so/hmtZxu</a:t>
            </a:r>
            <a:endParaRPr lang="en-US" sz="1800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kern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Link </a:t>
            </a:r>
            <a:r>
              <a:rPr lang="en-US" sz="1600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Githup</a:t>
            </a:r>
            <a:r>
              <a:rPr lang="en-US" sz="1600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https://bom.so/kI0Qog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391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3AFC3-3F3A-DA07-2278-36EB85B1C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9025"/>
            <a:ext cx="10515600" cy="13255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kern="0" dirty="0">
                <a:solidFill>
                  <a:srgbClr val="5C403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 </a:t>
            </a:r>
            <a:r>
              <a:rPr lang="en-US" sz="2400" b="1" kern="0" dirty="0" err="1">
                <a:solidFill>
                  <a:srgbClr val="5C403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4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chân</a:t>
            </a:r>
            <a:r>
              <a:rPr lang="en-US" sz="24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4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sz="24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quý</a:t>
            </a:r>
            <a:r>
              <a:rPr lang="en-US" sz="24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lang="en-US" sz="24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cô</a:t>
            </a:r>
            <a:r>
              <a:rPr lang="en-US" sz="24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4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lắng</a:t>
            </a:r>
            <a:r>
              <a:rPr lang="en-US" sz="24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kern="0" dirty="0" err="1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r>
              <a:rPr lang="en-US" sz="2400" b="1" kern="0" dirty="0">
                <a:solidFill>
                  <a:srgbClr val="5C403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45719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825</Words>
  <Application>Microsoft Office PowerPoint</Application>
  <PresentationFormat>Widescreen</PresentationFormat>
  <Paragraphs>163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Symbol</vt:lpstr>
      <vt:lpstr>Times New Roman</vt:lpstr>
      <vt:lpstr>Office Theme</vt:lpstr>
      <vt:lpstr>CHUYÊN ĐỀ ASP.NET</vt:lpstr>
      <vt:lpstr>LÝ DO CHỌN ĐỀ TÀI</vt:lpstr>
      <vt:lpstr>MỤC TIÊU HỆ THỐNG</vt:lpstr>
      <vt:lpstr>CÔNG NGHỆ SỬ DỤNG</vt:lpstr>
      <vt:lpstr>KIẾN TRÚC HỆ THỐNG</vt:lpstr>
      <vt:lpstr>CƠ SỞ DỮ LIỆU</vt:lpstr>
      <vt:lpstr>CHỨC NĂNG DÀNH CHO KHÁCH HÀNG</vt:lpstr>
      <vt:lpstr>CHỨC NĂNG DÀNH CHO QUẢN TRỊ VIÊN</vt:lpstr>
      <vt:lpstr>CHỨC NĂNG DÀNH CHO QUẢN TRỊ VIÊN (tt)</vt:lpstr>
      <vt:lpstr>CHỨC NĂNG DÀNH CHO QUẢN TRỊ VIÊN (tt)</vt:lpstr>
      <vt:lpstr>QUY TRÌNH ĐẶT HÀNG</vt:lpstr>
      <vt:lpstr>QUY TRÌNH XỬ LÝ ĐƠN HÀNG</vt:lpstr>
      <vt:lpstr>KẾT QUẢ ĐẠT ĐƯỢC</vt:lpstr>
      <vt:lpstr>ĐÁNH GIÁ HỆ THỐNG</vt:lpstr>
      <vt:lpstr>HƯỚNG PHÁT TRIỂN</vt:lpstr>
      <vt:lpstr>KẾT LUẬN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CHUYÊN ĐỀ ASP.NET</dc:title>
  <dc:creator>Administrator</dc:creator>
  <cp:lastModifiedBy>Administrator</cp:lastModifiedBy>
  <cp:revision>20</cp:revision>
  <dcterms:created xsi:type="dcterms:W3CDTF">2026-07-19T01:38:43Z</dcterms:created>
  <dcterms:modified xsi:type="dcterms:W3CDTF">2026-07-19T11:50:26Z</dcterms:modified>
</cp:coreProperties>
</file>